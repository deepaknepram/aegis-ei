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>
        <p:scale>
          <a:sx n="75" d="100"/>
          <a:sy n="75" d="100"/>
        </p:scale>
        <p:origin x="883" y="5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A5D02-1E1A-4141-9B7A-E79AAB989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FA0BA-4CB4-40FB-A7FE-A9D8664D3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32911-B9FE-4793-8A05-6CC0BFD69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3758-DD6D-4792-BC46-560B3F0C300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30C31-3DCD-4E32-AA32-172B61DC3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F4FC-D0A3-4E56-8553-278BFE8A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055CD-C34B-4C87-B168-BE7DE27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65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35C49-0487-4438-AD8B-DD6955C3B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FA5D1-61AF-445D-85A1-B3A4265EF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AD8D6-000D-4503-8D31-B7E69B2C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3758-DD6D-4792-BC46-560B3F0C300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32AA4-C6C5-48AD-8C28-42BE06121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7A91B-EC87-4260-B701-3223CF467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055CD-C34B-4C87-B168-BE7DE27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375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9D7A6-FD88-4B05-A6A9-6A9269DA1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19B75-5CD3-4CFC-9C8D-97334F4C1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C98AD-C79D-4C93-A78B-728A930FF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3758-DD6D-4792-BC46-560B3F0C300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4744D-8212-4A1D-8EB5-4C2BCE743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CE4DA-45F9-4A94-BB75-B8697D540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055CD-C34B-4C87-B168-BE7DE27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101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45B62-FBFB-4BF9-B792-CE778E063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9D4E2-8677-44C8-97EF-6F2D254642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750F1-F946-4005-808D-5BE5B5B10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D98AB-1509-4AD7-B397-0C81893AE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3758-DD6D-4792-BC46-560B3F0C300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D8132C-9A91-45CA-BEE9-A86896C8D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46582F-C37C-44E8-AF55-0B4B938B2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055CD-C34B-4C87-B168-BE7DE27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465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1E39-0FF9-46F5-A4A4-B2C369E77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073FB-0B15-49C1-BBF6-68AAF7942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6CBCAF-D9C9-4B14-80F0-829CDE501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BE0DC9-D5EF-4634-B923-B84F852AF5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30DA24-62E7-4592-B05A-DE56E47F30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E5AF1A-6647-4A0B-92F7-D8724C009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3758-DD6D-4792-BC46-560B3F0C300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9A984B-ED31-4B33-A389-5767D516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998A0-EFFA-4251-B1D8-08EE09FBE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055CD-C34B-4C87-B168-BE7DE27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010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E8765-6D25-4C99-8662-E3E0703A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2B094E-FFC2-4BEB-ABCB-02304C634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3758-DD6D-4792-BC46-560B3F0C300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C08042-DA0D-4F18-9694-29C868243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88CEBA-5789-4708-9D4E-D247BD64C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055CD-C34B-4C87-B168-BE7DE27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650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604445-808A-44C4-A6FE-473EE7DED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3758-DD6D-4792-BC46-560B3F0C300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3C005B-F2EC-41AA-B872-B46EE244E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471A2-D956-42DE-806F-333DD50D4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055CD-C34B-4C87-B168-BE7DE27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938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A06F4-C81C-4F72-A352-0DE485DEE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D8AC2-4424-405E-9908-5AE8DD0BD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A73A21-0BBA-421E-8830-8FA7ACAF7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970FF-5E2C-4CCB-885E-268C1BE7E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3758-DD6D-4792-BC46-560B3F0C300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2FD54-06F1-4FCC-ABE0-0EC11D60B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72CC1-E50D-48C1-9B14-FF67A2D0C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055CD-C34B-4C87-B168-BE7DE27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742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21BB1-7A85-4211-8D7D-611DFFFFB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BF8802-D916-426A-9940-52B064421A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B21D37-A735-4697-A9FE-9F07177DBB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CE3A3-A6CB-40B4-AA47-B8E94D079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3758-DD6D-4792-BC46-560B3F0C300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9FCEC-42E4-4BB4-9DC1-AFF9BEE8B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14B71-6B59-498E-A2FA-D49BDBD8C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055CD-C34B-4C87-B168-BE7DE27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597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CDF38-B30E-47FD-A081-CD63AD0DE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60A7D4-5BBA-4D85-BCD4-336F6BF8A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EB2C7-D92D-4700-B3D6-4E21C1E66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3758-DD6D-4792-BC46-560B3F0C300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52902-295B-4AE5-8710-8E236F45C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65692-6B49-49A3-B03D-4FB3D773C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055CD-C34B-4C87-B168-BE7DE27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010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2302C-B432-4E80-8446-08BEA586F9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92C3B6-3546-48FA-9B94-9106785E9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85D2E-F463-4141-B5D4-CCBED1E97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3758-DD6D-4792-BC46-560B3F0C300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63F04-89A0-4535-9AE9-B1D3C4616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0DA01-C727-4B97-AD13-C3FC9CB80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055CD-C34B-4C87-B168-BE7DE27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530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C71F5-BDEF-4F97-995F-1E49C3B5D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06D38-C7F7-4C08-84C0-708C78053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F3448-0079-48B8-AC6D-CB602988C2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D3758-DD6D-4792-BC46-560B3F0C300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38D5E-59FD-44A9-9832-B0EF3BD320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C1C7C-0C71-4EE1-B3D3-9481D38D2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055CD-C34B-4C87-B168-BE7DE27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365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6340E-95A9-4E1F-BA9D-0EF9F9D5D3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8A9C11-80E8-4FE4-9129-2B9408DDAB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C0A825-A2CD-4C90-8760-7D14AB8DD4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44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20A6F9B-A40F-415E-A4C6-792C49F28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67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0ADF83-B964-4269-9BF9-5D3FD3C3D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39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95FE1A-3E5C-44A6-9C34-CB0C6016C5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FD4BC4-1674-4DC3-94EB-AB1C1D656D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194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deepak</dc:creator>
  <cp:lastModifiedBy>deepak</cp:lastModifiedBy>
  <cp:revision>1</cp:revision>
  <dcterms:created xsi:type="dcterms:W3CDTF">2026-05-16T21:25:30Z</dcterms:created>
  <dcterms:modified xsi:type="dcterms:W3CDTF">2026-05-16T21:26:31Z</dcterms:modified>
</cp:coreProperties>
</file>